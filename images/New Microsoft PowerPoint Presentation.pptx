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CF88E-7485-092A-1B0C-A102B1B4E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D51CA-E549-24B3-914E-C85269E02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0420B-BF0C-7910-48FA-A8E36EE6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DE720-1274-FD3A-D325-28D397E9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1C835-DBC3-5327-BFDC-C8BC613C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60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0DAF-C398-2386-E48E-D1A35C67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F513C-AAFC-2E30-EF0D-BD85E6508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AC1BF-B0E9-D83B-CFCB-B42E3F15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F423F-A7D0-5B5C-8B99-63BECEA7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96E6D-8BAA-4C3A-A76A-8407E96F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753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0DC1-E18F-CA26-DC38-D4B84147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D1A74-15D1-ECB1-3955-73737BB83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BEA4C-A708-F410-117A-6ECD6C1CB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C758-14D4-942D-FFCE-1DD0A65E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62120-6A5D-4C31-9F29-FE46A831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018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7DC1-91AA-702C-B5CB-FE161872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CC00A-77B5-4701-3D09-2A70D3D02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6AC55-B1EF-D3D3-E81A-85280EEFD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8D52F-C257-0C8E-DF2C-9B2691BC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9F45B-A966-408F-6EB4-CFBAB58B6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A3C8F-7D42-1D93-BFDC-F75A8250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133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7192-E299-0872-D26A-8483052F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AF050-EF1F-15A5-9DDF-E9109DE4F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18620-94F4-AE33-BCFE-EE6AF574E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18874-A6B8-DDCC-CF16-436F07045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82DD8-DE90-B0F4-DACF-5193EB4F0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F2B51-9ABE-8F9B-AFBA-0587CAE1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56753-B153-E07A-C8DC-3FB1ED0E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B01AC-56C8-234C-8276-A26FCFA7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750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1E9F-9D32-A226-3FA1-3C74D685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A3A4D-EF62-3CC1-4C59-7DCC23D6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7FECA-983B-91A8-7124-6ECCB3EA2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954C9-61E4-6589-1DE5-6571090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942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F484D-143D-845F-A1CE-364AA8F4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F9DA9-0F94-AF04-22CA-04206431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8E747-D92B-A82D-6548-013418BF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493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6F4E-15CA-B64C-EBB4-31E00423E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7CC44-C687-804B-C66C-75D6E32D8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E99B-ED83-BCBD-EA8E-06508746D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6E293-1312-2106-923B-C17D4CF1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4499-C838-6896-D47A-8A6D475C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20AAC-1CCB-A290-AEB5-CED8B00B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986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5904-6687-FA28-A642-0E92E3F6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99A52B-314D-2F41-6CE3-35D10B758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7FB2F-570C-F20C-D7A9-70166A91A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3C8CB-9932-375E-3845-C7BD3D52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0D019-8DF3-ED80-4F6F-9B81D8EF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95140-84C2-5004-5148-EF2FE732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237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EC30-F73D-0DB8-80BE-82A04224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03213-1FC8-18E3-D79A-7A6B64623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C8661-2C70-2D02-A515-1952C30A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F6264-6EBA-A37D-70F3-1F419007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B8A71-AFE4-2AD7-2937-8A62E1C8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698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27CBD-3EB8-7A88-A79A-40FD6F326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A03CA-FAFD-C700-5BD6-C4F831A9C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2908-7821-2CCB-6DCA-8858CB3A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5CD40-07FF-CF28-E101-03EA645D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A788-16F1-4EBE-C8AA-3C818203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563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50B76-6435-6C47-9237-AFEF53FC9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C3FC0-CEC9-08E1-CA0F-EF6E015B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4B0EB-ED59-19CD-A8C9-5DCAC1443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FC433-50EC-496A-AB60-3E3406C32AED}" type="datetimeFigureOut">
              <a:rPr lang="LID4096" smtClean="0"/>
              <a:t>03/01/2026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C3D76-7047-C08C-27D6-45A3C3AE9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50DB1-39FD-8506-8627-B3BA8E21E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0E212-1217-457C-93B2-C39B8418FF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652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426A564-0408-727B-1053-01523A5AE721}"/>
              </a:ext>
            </a:extLst>
          </p:cNvPr>
          <p:cNvGrpSpPr/>
          <p:nvPr/>
        </p:nvGrpSpPr>
        <p:grpSpPr>
          <a:xfrm>
            <a:off x="1270159" y="387351"/>
            <a:ext cx="3749040" cy="5708983"/>
            <a:chOff x="1403509" y="57151"/>
            <a:chExt cx="3749040" cy="57089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ABC3D85-8CBA-08F1-775C-2F41DDB4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509" y="57151"/>
              <a:ext cx="3749040" cy="272511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87FC239-82D1-9C4C-87F7-37ED054BE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509" y="2870199"/>
              <a:ext cx="3749040" cy="2895935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775DB4A-7AE1-FF4B-33AD-21A27D04E6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38"/>
          <a:stretch>
            <a:fillRect/>
          </a:stretch>
        </p:blipFill>
        <p:spPr>
          <a:xfrm>
            <a:off x="6517189" y="-266701"/>
            <a:ext cx="5674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6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ED3C6E-3B7D-A4EF-AC15-714AFBBA2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92" b="84149" l="41181" r="93670">
                        <a14:foregroundMark x1="68137" y1="84149" x2="68137" y2="84149"/>
                        <a14:foregroundMark x1="69061" y1="6360" x2="69061" y2="6360"/>
                        <a14:foregroundMark x1="93670" y1="19863" x2="93670" y2="19863"/>
                        <a14:foregroundMark x1="92461" y1="43738" x2="92461" y2="43738"/>
                        <a14:foregroundMark x1="90754" y1="60959" x2="90754" y2="60959"/>
                        <a14:foregroundMark x1="69844" y1="71331" x2="69844" y2="71331"/>
                        <a14:foregroundMark x1="71977" y1="56458" x2="72191" y2="56458"/>
                        <a14:foregroundMark x1="80868" y1="51272" x2="81152" y2="51272"/>
                        <a14:foregroundMark x1="67141" y1="44325" x2="66714" y2="44325"/>
                        <a14:foregroundMark x1="55974" y1="42955" x2="54765" y2="44031"/>
                        <a14:foregroundMark x1="49147" y1="44716" x2="49147" y2="47162"/>
                        <a14:foregroundMark x1="48222" y1="50098" x2="48080" y2="51957"/>
                        <a14:foregroundMark x1="46657" y1="54110" x2="46657" y2="54892"/>
                        <a14:foregroundMark x1="45448" y1="46282" x2="45448" y2="46282"/>
                        <a14:foregroundMark x1="43030" y1="37084" x2="43030" y2="37084"/>
                        <a14:foregroundMark x1="42319" y1="32681" x2="42319" y2="32681"/>
                        <a14:foregroundMark x1="41181" y1="21526" x2="41181" y2="21526"/>
                        <a14:foregroundMark x1="68706" y1="4892" x2="68706" y2="4892"/>
                        <a14:foregroundMark x1="66999" y1="38748" x2="66999" y2="387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126" b="8704"/>
          <a:stretch>
            <a:fillRect/>
          </a:stretch>
        </p:blipFill>
        <p:spPr>
          <a:xfrm>
            <a:off x="-24741" y="247650"/>
            <a:ext cx="6120741" cy="626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B862EC-564E-BFD5-D2A4-E4FD70858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03" b="8704"/>
          <a:stretch>
            <a:fillRect/>
          </a:stretch>
        </p:blipFill>
        <p:spPr>
          <a:xfrm>
            <a:off x="4033047" y="247650"/>
            <a:ext cx="6120742" cy="6261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ABE9F1-EBC4-B5FB-1F09-1D591F2149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96" t="-833" r="-1" b="9536"/>
          <a:stretch>
            <a:fillRect/>
          </a:stretch>
        </p:blipFill>
        <p:spPr>
          <a:xfrm>
            <a:off x="6705600" y="-74809"/>
            <a:ext cx="5486400" cy="658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3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2522C5-0AE6-8F28-887E-64895D67B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53" t="2778" b="7361"/>
          <a:stretch>
            <a:fillRect/>
          </a:stretch>
        </p:blipFill>
        <p:spPr>
          <a:xfrm>
            <a:off x="0" y="347659"/>
            <a:ext cx="4239115" cy="6162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1F5E06-B237-1AC3-1280-827F2044D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892" b="84149" l="41181" r="93670">
                        <a14:foregroundMark x1="68137" y1="84149" x2="68137" y2="84149"/>
                        <a14:foregroundMark x1="69061" y1="6360" x2="69061" y2="6360"/>
                        <a14:foregroundMark x1="93670" y1="19863" x2="93670" y2="19863"/>
                        <a14:foregroundMark x1="92461" y1="43738" x2="92461" y2="43738"/>
                        <a14:foregroundMark x1="90754" y1="60959" x2="90754" y2="60959"/>
                        <a14:foregroundMark x1="69844" y1="71331" x2="69844" y2="71331"/>
                        <a14:foregroundMark x1="71977" y1="56458" x2="72191" y2="56458"/>
                        <a14:foregroundMark x1="80868" y1="51272" x2="81152" y2="51272"/>
                        <a14:foregroundMark x1="67141" y1="44325" x2="66714" y2="44325"/>
                        <a14:foregroundMark x1="55974" y1="42955" x2="54765" y2="44031"/>
                        <a14:foregroundMark x1="49147" y1="44716" x2="49147" y2="47162"/>
                        <a14:foregroundMark x1="48222" y1="50098" x2="48080" y2="51957"/>
                        <a14:foregroundMark x1="46657" y1="54110" x2="46657" y2="54892"/>
                        <a14:foregroundMark x1="45448" y1="46282" x2="45448" y2="46282"/>
                        <a14:foregroundMark x1="43030" y1="37084" x2="43030" y2="37084"/>
                        <a14:foregroundMark x1="42319" y1="32681" x2="42319" y2="32681"/>
                        <a14:foregroundMark x1="41181" y1="21526" x2="41181" y2="21526"/>
                        <a14:foregroundMark x1="68706" y1="4892" x2="68706" y2="4892"/>
                        <a14:foregroundMark x1="66999" y1="38748" x2="66999" y2="387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126" b="8704"/>
          <a:stretch>
            <a:fillRect/>
          </a:stretch>
        </p:blipFill>
        <p:spPr>
          <a:xfrm>
            <a:off x="4029075" y="1149034"/>
            <a:ext cx="4457700" cy="4559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1C53A2-F7E5-E32A-F74C-F5681F0417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6" t="7083" r="36816" b="13194"/>
          <a:stretch>
            <a:fillRect/>
          </a:stretch>
        </p:blipFill>
        <p:spPr>
          <a:xfrm>
            <a:off x="7086600" y="495300"/>
            <a:ext cx="41052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6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dels/grace-1l-oam • Matbench Discovery">
            <a:extLst>
              <a:ext uri="{FF2B5EF4-FFF2-40B4-BE49-F238E27FC236}">
                <a16:creationId xmlns:a16="http://schemas.microsoft.com/office/drawing/2014/main" id="{6B00EB73-B0D8-ABE5-06ED-FB49EE102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425" y="2095500"/>
            <a:ext cx="41529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D82050-BD5E-5040-8E0D-E3DCECD75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3" b="89675" l="5957" r="89844">
                        <a14:foregroundMark x1="14258" y1="18164" x2="14258" y2="18164"/>
                        <a14:foregroundMark x1="15137" y1="16826" x2="15137" y2="16826"/>
                        <a14:foregroundMark x1="16211" y1="15296" x2="16211" y2="15296"/>
                        <a14:foregroundMark x1="17285" y1="14532" x2="17285" y2="14532"/>
                        <a14:foregroundMark x1="8984" y1="29828" x2="8984" y2="29828"/>
                        <a14:foregroundMark x1="23340" y1="83556" x2="23340" y2="83556"/>
                        <a14:foregroundMark x1="18848" y1="87380" x2="18848" y2="87380"/>
                        <a14:foregroundMark x1="16699" y1="85468" x2="16699" y2="85468"/>
                        <a14:foregroundMark x1="49902" y1="57935" x2="49902" y2="57935"/>
                        <a14:foregroundMark x1="54590" y1="55258" x2="54590" y2="55258"/>
                        <a14:foregroundMark x1="68164" y1="52008" x2="68164" y2="52008"/>
                        <a14:foregroundMark x1="75098" y1="53728" x2="75098" y2="53728"/>
                        <a14:foregroundMark x1="84961" y1="53155" x2="84961" y2="53155"/>
                        <a14:foregroundMark x1="41699" y1="50096" x2="41699" y2="50096"/>
                        <a14:foregroundMark x1="37305" y1="26004" x2="37305" y2="26004"/>
                        <a14:foregroundMark x1="32520" y1="16826" x2="32520" y2="16826"/>
                        <a14:foregroundMark x1="30078" y1="14340" x2="30078" y2="14340"/>
                        <a14:foregroundMark x1="32520" y1="11090" x2="32520" y2="11090"/>
                        <a14:foregroundMark x1="36230" y1="11281" x2="36230" y2="11281"/>
                        <a14:foregroundMark x1="41602" y1="18356" x2="41602" y2="18356"/>
                        <a14:foregroundMark x1="41797" y1="28489" x2="41797" y2="28489"/>
                        <a14:foregroundMark x1="41699" y1="37094" x2="41699" y2="37094"/>
                        <a14:foregroundMark x1="41699" y1="62906" x2="41699" y2="62906"/>
                        <a14:foregroundMark x1="41699" y1="71128" x2="41699" y2="71128"/>
                        <a14:foregroundMark x1="41602" y1="81071" x2="41602" y2="81071"/>
                        <a14:foregroundMark x1="41699" y1="88337" x2="41699" y2="88337"/>
                        <a14:foregroundMark x1="36133" y1="89101" x2="36133" y2="89101"/>
                        <a14:foregroundMark x1="31641" y1="89293" x2="31641" y2="89293"/>
                        <a14:foregroundMark x1="5957" y1="51434" x2="5957" y2="51434"/>
                        <a14:foregroundMark x1="16406" y1="15488" x2="16406" y2="15488"/>
                        <a14:foregroundMark x1="28418" y1="11281" x2="28418" y2="11281"/>
                        <a14:foregroundMark x1="29102" y1="13193" x2="29102" y2="13193"/>
                        <a14:foregroundMark x1="31445" y1="15488" x2="31445" y2="15488"/>
                        <a14:foregroundMark x1="30566" y1="85660" x2="30566" y2="85660"/>
                        <a14:foregroundMark x1="31738" y1="84321" x2="31738" y2="84321"/>
                        <a14:foregroundMark x1="28613" y1="87380" x2="28613" y2="87380"/>
                        <a14:foregroundMark x1="37305" y1="74761" x2="37305" y2="74761"/>
                        <a14:foregroundMark x1="38379" y1="71319" x2="38379" y2="71319"/>
                        <a14:foregroundMark x1="39355" y1="68069" x2="39355" y2="68069"/>
                        <a14:foregroundMark x1="39941" y1="65392" x2="39941" y2="65392"/>
                        <a14:foregroundMark x1="35449" y1="50287" x2="35449" y2="50287"/>
                        <a14:foregroundMark x1="32031" y1="50096" x2="32031" y2="50096"/>
                        <a14:foregroundMark x1="27246" y1="50287" x2="27246" y2="50287"/>
                        <a14:foregroundMark x1="41113" y1="50096" x2="41113" y2="50096"/>
                        <a14:foregroundMark x1="11035" y1="24283" x2="11035" y2="24283"/>
                        <a14:foregroundMark x1="12207" y1="21989" x2="12207" y2="21989"/>
                        <a14:foregroundMark x1="9766" y1="27342" x2="9766" y2="27342"/>
                        <a14:foregroundMark x1="5859" y1="51816" x2="5859" y2="51816"/>
                        <a14:foregroundMark x1="5957" y1="51052" x2="5957" y2="51052"/>
                        <a14:foregroundMark x1="8008" y1="67113" x2="8008" y2="67113"/>
                        <a14:foregroundMark x1="14648" y1="82792" x2="14355" y2="82409"/>
                        <a14:foregroundMark x1="9961" y1="72658" x2="9375" y2="71319"/>
                        <a14:foregroundMark x1="7031" y1="37859" x2="7031" y2="37859"/>
                        <a14:foregroundMark x1="29980" y1="86424" x2="29980" y2="86424"/>
                        <a14:backgroundMark x1="28906" y1="11855" x2="28906" y2="118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2040" y="3429000"/>
            <a:ext cx="5165724" cy="263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2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Rezek, Yousef</dc:creator>
  <cp:lastModifiedBy>Rezek, Yousef</cp:lastModifiedBy>
  <cp:revision>6</cp:revision>
  <dcterms:created xsi:type="dcterms:W3CDTF">2025-11-23T16:28:27Z</dcterms:created>
  <dcterms:modified xsi:type="dcterms:W3CDTF">2026-03-01T12:20:24Z</dcterms:modified>
</cp:coreProperties>
</file>