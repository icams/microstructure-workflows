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CF88E-7485-092A-1B0C-A102B1B4E9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AD51CA-E549-24B3-914E-C85269E02E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0420B-BF0C-7910-48FA-A8E36EE68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433-50EC-496A-AB60-3E3406C32AED}" type="datetimeFigureOut">
              <a:rPr lang="LID4096" smtClean="0"/>
              <a:t>11/23/2025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9DE720-1274-FD3A-D325-28D397E96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41C835-DBC3-5327-BFDC-C8BC613C1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0E212-1217-457C-93B2-C39B8418FF2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609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70DAF-C398-2386-E48E-D1A35C67B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F513C-AAFC-2E30-EF0D-BD85E65082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AC1BF-B0E9-D83B-CFCB-B42E3F15C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433-50EC-496A-AB60-3E3406C32AED}" type="datetimeFigureOut">
              <a:rPr lang="LID4096" smtClean="0"/>
              <a:t>11/23/2025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FF423F-A7D0-5B5C-8B99-63BECEA72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696E6D-8BAA-4C3A-A76A-8407E96F3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0E212-1217-457C-93B2-C39B8418FF2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97533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E0DC1-E18F-CA26-DC38-D4B841477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3D1A74-15D1-ECB1-3955-73737BB83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5BEA4C-A708-F410-117A-6ECD6C1CB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433-50EC-496A-AB60-3E3406C32AED}" type="datetimeFigureOut">
              <a:rPr lang="LID4096" smtClean="0"/>
              <a:t>11/23/2025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3C758-14D4-942D-FFCE-1DD0A65E0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462120-6A5D-4C31-9F29-FE46A8316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0E212-1217-457C-93B2-C39B8418FF2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00185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77DC1-91AA-702C-B5CB-FE1618725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CC00A-77B5-4701-3D09-2A70D3D025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C6AC55-B1EF-D3D3-E81A-85280EEFDF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F8D52F-C257-0C8E-DF2C-9B2691BCD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433-50EC-496A-AB60-3E3406C32AED}" type="datetimeFigureOut">
              <a:rPr lang="LID4096" smtClean="0"/>
              <a:t>11/23/2025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09F45B-A966-408F-6EB4-CFBAB58B6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CA3C8F-7D42-1D93-BFDC-F75A82501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0E212-1217-457C-93B2-C39B8418FF2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613343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87192-E299-0872-D26A-8483052FA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AF050-EF1F-15A5-9DDF-E9109DE4F1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318620-94F4-AE33-BCFE-EE6AF574E5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118874-A6B8-DDCC-CF16-436F07045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A82DD8-DE90-B0F4-DACF-5193EB4F0C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CF2B51-9ABE-8F9B-AFBA-0587CAE1B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433-50EC-496A-AB60-3E3406C32AED}" type="datetimeFigureOut">
              <a:rPr lang="LID4096" smtClean="0"/>
              <a:t>11/23/2025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456753-B153-E07A-C8DC-3FB1ED0E3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4B01AC-56C8-234C-8276-A26FCFA71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0E212-1217-457C-93B2-C39B8418FF2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77505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01E9F-9D32-A226-3FA1-3C74D6852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9A3A4D-EF62-3CC1-4C59-7DCC23D69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433-50EC-496A-AB60-3E3406C32AED}" type="datetimeFigureOut">
              <a:rPr lang="LID4096" smtClean="0"/>
              <a:t>11/23/2025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47FECA-983B-91A8-7124-6ECCB3EA2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2954C9-61E4-6589-1DE5-6571090E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0E212-1217-457C-93B2-C39B8418FF2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29420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FF484D-143D-845F-A1CE-364AA8F48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433-50EC-496A-AB60-3E3406C32AED}" type="datetimeFigureOut">
              <a:rPr lang="LID4096" smtClean="0"/>
              <a:t>11/23/2025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2F9DA9-0F94-AF04-22CA-042064311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28E747-D92B-A82D-6548-013418BFD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0E212-1217-457C-93B2-C39B8418FF2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94938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B6F4E-15CA-B64C-EBB4-31E00423E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7CC44-C687-804B-C66C-75D6E32D8E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7BE99B-ED83-BCBD-EA8E-06508746D8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26E293-1312-2106-923B-C17D4CF17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433-50EC-496A-AB60-3E3406C32AED}" type="datetimeFigureOut">
              <a:rPr lang="LID4096" smtClean="0"/>
              <a:t>11/23/2025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24499-C838-6896-D47A-8A6D475CA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C20AAC-1CCB-A290-AEB5-CED8B00B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0E212-1217-457C-93B2-C39B8418FF2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59869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25904-6687-FA28-A642-0E92E3F6A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99A52B-314D-2F41-6CE3-35D10B7587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27FB2F-570C-F20C-D7A9-70166A91A7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E3C8CB-9932-375E-3845-C7BD3D529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433-50EC-496A-AB60-3E3406C32AED}" type="datetimeFigureOut">
              <a:rPr lang="LID4096" smtClean="0"/>
              <a:t>11/23/2025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30D019-8DF3-ED80-4F6F-9B81D8EF3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B95140-84C2-5004-5148-EF2FE7329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0E212-1217-457C-93B2-C39B8418FF2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92376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3EC30-F73D-0DB8-80BE-82A04224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C03213-1FC8-18E3-D79A-7A6B646230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C8661-2C70-2D02-A515-1952C30A4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433-50EC-496A-AB60-3E3406C32AED}" type="datetimeFigureOut">
              <a:rPr lang="LID4096" smtClean="0"/>
              <a:t>11/23/2025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CF6264-6EBA-A37D-70F3-1F419007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B8A71-AFE4-2AD7-2937-8A62E1C8E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0E212-1217-457C-93B2-C39B8418FF2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76984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427CBD-3EB8-7A88-A79A-40FD6F3261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3A03CA-FAFD-C700-5BD6-C4F831A9C6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72908-7821-2CCB-6DCA-8858CB3A0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433-50EC-496A-AB60-3E3406C32AED}" type="datetimeFigureOut">
              <a:rPr lang="LID4096" smtClean="0"/>
              <a:t>11/23/2025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5CD40-07FF-CF28-E101-03EA645D5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BBA788-16F1-4EBE-C8AA-3C818203F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0E212-1217-457C-93B2-C39B8418FF2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15630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850B76-6435-6C47-9237-AFEF53FC9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5C3FC0-CEC9-08E1-CA0F-EF6E015BF4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D4B0EB-ED59-19CD-A8C9-5DCAC14435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AFC433-50EC-496A-AB60-3E3406C32AED}" type="datetimeFigureOut">
              <a:rPr lang="LID4096" smtClean="0"/>
              <a:t>11/23/2025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C3D76-7047-C08C-27D6-45A3C3AE91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50DB1-39FD-8506-8627-B3BA8E21E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0E212-1217-457C-93B2-C39B8418FF2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26522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426A564-0408-727B-1053-01523A5AE721}"/>
              </a:ext>
            </a:extLst>
          </p:cNvPr>
          <p:cNvGrpSpPr/>
          <p:nvPr/>
        </p:nvGrpSpPr>
        <p:grpSpPr>
          <a:xfrm>
            <a:off x="1403509" y="57151"/>
            <a:ext cx="3749040" cy="5708983"/>
            <a:chOff x="1403509" y="57151"/>
            <a:chExt cx="3749040" cy="570898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ABC3D85-8CBA-08F1-775C-2F41DDB4AD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3509" y="57151"/>
              <a:ext cx="3749040" cy="272511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87FC239-82D1-9C4C-87F7-37ED054BEA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3509" y="2870199"/>
              <a:ext cx="3749040" cy="28959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31861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Rezek, Yousef</dc:creator>
  <cp:lastModifiedBy>Rezek, Yousef</cp:lastModifiedBy>
  <cp:revision>1</cp:revision>
  <dcterms:created xsi:type="dcterms:W3CDTF">2025-11-23T16:28:27Z</dcterms:created>
  <dcterms:modified xsi:type="dcterms:W3CDTF">2025-11-23T18:48:26Z</dcterms:modified>
</cp:coreProperties>
</file>